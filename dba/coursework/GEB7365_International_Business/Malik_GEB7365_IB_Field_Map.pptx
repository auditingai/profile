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map (a) with management fanned: strategy sits deep inside IB, HR partly, OB barely. One circle per discipline is too coarse. Run map (b): the crossbars are between SUB-FIELDS, and OB flowed back into management from IB rather than out of it. Both maps treat integration as topical. Method is a third, structural integration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Thirteen of fifteen possible pairings exist. The two that do not — General Management/Supply Chain and CSR/Supply Chain — are the entire structure. Drawn as a network because six circles cannot hold thirteen adjacencies without creating regions nobody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microscope objection is the one that matters. Answer: it is not a shared tool, it is a shared definition — comparison across countries requires comparable populations, so the constraint sits at the definition of the field. Do not overclaim past that: this is a second axis, not a replacement.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E22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7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</a:t>
            </a:r>
            <a:pPr indent="0" marL="0">
              <a:buNone/>
            </a:pPr>
            <a:r>
              <a:rPr lang="en-US" sz="900" i="1" dirty="0">
                <a:solidFill>
                  <a:srgbClr val="8C94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indent="0" marL="0">
              <a:buNone/>
            </a:pPr>
            <a:r>
              <a:rPr lang="en-US" sz="1100" b="1" dirty="0">
                <a:solidFill>
                  <a:srgbClr val="D2A7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D2A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GEB 7365  ·  after Chandra &amp; Newburry (1997), Figure 1, p. 397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Field Never Integrated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52360" y="384048"/>
            <a:ext cx="27432" cy="658368"/>
          </a:xfrm>
          <a:prstGeom prst="rect">
            <a:avLst/>
          </a:prstGeom>
          <a:solidFill>
            <a:srgbClr val="D2A7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240" y="38404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C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maps with management split into its sub-fields and two things break — then a third integration point appears.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0749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9961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60704" y="14813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circle is too coarse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81328" y="1938528"/>
            <a:ext cx="73152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47088" y="1847088"/>
            <a:ext cx="960120" cy="9601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920240"/>
            <a:ext cx="960120" cy="9601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72768" y="2999232"/>
            <a:ext cx="914400" cy="9144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2148840"/>
            <a:ext cx="1783080" cy="1783080"/>
          </a:xfrm>
          <a:prstGeom prst="ellipse">
            <a:avLst/>
          </a:prstGeom>
          <a:solidFill>
            <a:srgbClr val="E9EFF6">
              <a:alpha val="78000"/>
            </a:srgbClr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2670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788920" y="3017520"/>
            <a:ext cx="713232" cy="71323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1C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1568" y="3182112"/>
            <a:ext cx="621792" cy="62179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1C6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50208" y="3291840"/>
            <a:ext cx="530352" cy="53035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1C6B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2103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4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Economics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74520" y="17647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4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71800" y="17647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4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" y="3931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4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71216" y="3785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29584" y="38770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78224" y="39684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90288" y="3255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C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</a:t>
            </a:r>
            <a:endParaRPr lang="en-US" sz="850" dirty="0"/>
          </a:p>
          <a:p>
            <a:pPr indent="0" marL="0">
              <a:buNone/>
            </a:pPr>
            <a:r>
              <a:rPr lang="en-US" sz="850" b="1" spc="80" kern="0" dirty="0">
                <a:solidFill>
                  <a:srgbClr val="1C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fanned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" y="41879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circle per discipline hides the real picture: strategy sits deep inside IB, HR partly, OB barely touches it.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42432" y="1417320"/>
            <a:ext cx="59893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149961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45936" y="1481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crossbars run both ways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177393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2011680"/>
            <a:ext cx="0" cy="1901952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931152" y="190195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0" y="2139696"/>
            <a:ext cx="0" cy="1773936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845552" y="208483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229600" y="2322576"/>
            <a:ext cx="0" cy="1591056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0634472" y="21579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MKTG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1018520" y="2395728"/>
            <a:ext cx="0" cy="1517904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9052560" y="17922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MGMT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125712" y="1975104"/>
            <a:ext cx="1408176" cy="0"/>
          </a:xfrm>
          <a:prstGeom prst="line">
            <a:avLst/>
          </a:prstGeom>
          <a:noFill/>
          <a:ln w="12700">
            <a:solidFill>
              <a:srgbClr val="1C6B63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9189720" y="2066544"/>
            <a:ext cx="0" cy="1847088"/>
          </a:xfrm>
          <a:prstGeom prst="line">
            <a:avLst/>
          </a:prstGeom>
          <a:noFill/>
          <a:ln w="28575">
            <a:solidFill>
              <a:srgbClr val="1C6B6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829800" y="2761488"/>
            <a:ext cx="0" cy="1152144"/>
          </a:xfrm>
          <a:prstGeom prst="line">
            <a:avLst/>
          </a:prstGeom>
          <a:noFill/>
          <a:ln w="25400">
            <a:solidFill>
              <a:srgbClr val="1C6B6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469880" y="3877056"/>
            <a:ext cx="0" cy="-969264"/>
          </a:xfrm>
          <a:prstGeom prst="line">
            <a:avLst/>
          </a:prstGeom>
          <a:noFill/>
          <a:ln w="25400">
            <a:solidFill>
              <a:srgbClr val="1C6B63"/>
            </a:solidFill>
            <a:prstDash val="dash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8887968" y="395020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555480" y="39502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195560" y="39502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00800" y="2596896"/>
            <a:ext cx="914400" cy="109728"/>
          </a:xfrm>
          <a:prstGeom prst="rect">
            <a:avLst/>
          </a:prstGeom>
          <a:solidFill>
            <a:srgbClr val="1F4E79">
              <a:alpha val="45000"/>
            </a:srgbClr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200" y="2926080"/>
            <a:ext cx="914400" cy="109728"/>
          </a:xfrm>
          <a:prstGeom prst="rect">
            <a:avLst/>
          </a:prstGeom>
          <a:solidFill>
            <a:srgbClr val="1F4E79">
              <a:alpha val="45000"/>
            </a:srgbClr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89720" y="3255264"/>
            <a:ext cx="1828800" cy="109728"/>
          </a:xfrm>
          <a:prstGeom prst="rect">
            <a:avLst/>
          </a:prstGeom>
          <a:solidFill>
            <a:srgbClr val="1C6B63">
              <a:alpha val="45000"/>
            </a:srgbClr>
          </a:solidFill>
          <a:ln w="9525">
            <a:solidFill>
              <a:srgbClr val="1C6B6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92640" y="24323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C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 flows back INTO management (Hofstede, GLOBE)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035040" y="4169664"/>
            <a:ext cx="4754880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1F4E79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6035040" y="42245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Minor IB field integration — only on strategy issues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356848" y="34747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D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4736592"/>
            <a:ext cx="11274552" cy="1591056"/>
          </a:xfrm>
          <a:prstGeom prst="rect">
            <a:avLst/>
          </a:prstGeom>
          <a:solidFill>
            <a:srgbClr val="FBF6EA"/>
          </a:solidFill>
          <a:ln w="25400">
            <a:solidFill>
              <a:srgbClr val="8A6410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713232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8A6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THIRD INTEGRATION POINT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3232" y="5084064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gave IB the integral plan for operations. Nobody has written the integral plan for evidence.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713232" y="5449824"/>
            <a:ext cx="8778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maps describe integration as TOPICAL — disciplines meet where their subject matter overlaps, which is rare and accidental. There is a second kind. Every sub-field above becomes international at the same moment: when it must collect comparable evidence from specialists in more than one country. That is structural, and field-wide by construction.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9710928" y="4937760"/>
            <a:ext cx="0" cy="1188720"/>
          </a:xfrm>
          <a:prstGeom prst="line">
            <a:avLst/>
          </a:prstGeom>
          <a:noFill/>
          <a:ln w="12700">
            <a:solidFill>
              <a:srgbClr val="E4D3A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921240" y="501091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6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61" name="Text 59"/>
          <p:cNvSpPr/>
          <p:nvPr/>
        </p:nvSpPr>
        <p:spPr>
          <a:xfrm>
            <a:off x="9921240" y="561441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D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eligible per 100,000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67D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measured, before fielding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572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67D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Yasir A. Malik   ·   github.com/AuditingAI/Profile   ·   1 / 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</a:t>
            </a:r>
            <a:pPr indent="0" marL="0">
              <a:buNone/>
            </a:pPr>
            <a:r>
              <a:rPr lang="en-US" sz="900" i="1" dirty="0">
                <a:solidFill>
                  <a:srgbClr val="767D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disciplines, thirteen shared boundaries — and two that do not exist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67D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relationships are consistent and the gaps are the finding. Drawn as a network rather than as overlapping circles, because six circles cannot hold these thirteen adjacencies without inventing regions that are not claimed.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0" y="2450592"/>
            <a:ext cx="2194560" cy="0"/>
          </a:xfrm>
          <a:prstGeom prst="line">
            <a:avLst/>
          </a:prstGeom>
          <a:noFill/>
          <a:ln w="13970">
            <a:solidFill>
              <a:srgbClr val="1F4E79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2450592"/>
            <a:ext cx="1097280" cy="1901952"/>
          </a:xfrm>
          <a:prstGeom prst="line">
            <a:avLst/>
          </a:prstGeom>
          <a:noFill/>
          <a:ln w="13970">
            <a:solidFill>
              <a:srgbClr val="1F4E79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450592"/>
            <a:ext cx="0" cy="1261872"/>
          </a:xfrm>
          <a:prstGeom prst="line">
            <a:avLst/>
          </a:prstGeom>
          <a:noFill/>
          <a:ln w="13970">
            <a:solidFill>
              <a:srgbClr val="1F4E79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2450592"/>
            <a:ext cx="2194560" cy="1261872"/>
          </a:xfrm>
          <a:prstGeom prst="line">
            <a:avLst/>
          </a:prstGeom>
          <a:noFill/>
          <a:ln w="13970">
            <a:solidFill>
              <a:srgbClr val="1F4E79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011680" y="1810512"/>
            <a:ext cx="1097280" cy="640080"/>
          </a:xfrm>
          <a:prstGeom prst="line">
            <a:avLst/>
          </a:prstGeom>
          <a:noFill/>
          <a:ln w="13970">
            <a:solidFill>
              <a:srgbClr val="1F4E79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3108960" y="2450592"/>
            <a:ext cx="1097280" cy="1901952"/>
          </a:xfrm>
          <a:prstGeom prst="line">
            <a:avLst/>
          </a:prstGeom>
          <a:noFill/>
          <a:ln w="13970">
            <a:solidFill>
              <a:srgbClr val="1F4E79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2011680" y="2450592"/>
            <a:ext cx="2194560" cy="1261872"/>
          </a:xfrm>
          <a:prstGeom prst="line">
            <a:avLst/>
          </a:prstGeom>
          <a:noFill/>
          <a:ln w="13970">
            <a:solidFill>
              <a:srgbClr val="1F4E79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2450592"/>
            <a:ext cx="0" cy="1261872"/>
          </a:xfrm>
          <a:prstGeom prst="line">
            <a:avLst/>
          </a:prstGeom>
          <a:noFill/>
          <a:ln w="13970">
            <a:solidFill>
              <a:srgbClr val="1F4E79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1810512"/>
            <a:ext cx="1097280" cy="640080"/>
          </a:xfrm>
          <a:prstGeom prst="line">
            <a:avLst/>
          </a:prstGeom>
          <a:noFill/>
          <a:ln w="13970">
            <a:solidFill>
              <a:srgbClr val="1F4E79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3712464"/>
            <a:ext cx="1097280" cy="640080"/>
          </a:xfrm>
          <a:prstGeom prst="line">
            <a:avLst/>
          </a:prstGeom>
          <a:noFill/>
          <a:ln w="13970">
            <a:solidFill>
              <a:srgbClr val="1F4E79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3108960" y="3712464"/>
            <a:ext cx="1097280" cy="640080"/>
          </a:xfrm>
          <a:prstGeom prst="line">
            <a:avLst/>
          </a:prstGeom>
          <a:noFill/>
          <a:ln w="13970">
            <a:solidFill>
              <a:srgbClr val="1F4E79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1810512"/>
            <a:ext cx="0" cy="2542032"/>
          </a:xfrm>
          <a:prstGeom prst="line">
            <a:avLst/>
          </a:prstGeom>
          <a:noFill/>
          <a:ln w="13970">
            <a:solidFill>
              <a:srgbClr val="1F4E79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3712464"/>
            <a:ext cx="2194560" cy="0"/>
          </a:xfrm>
          <a:prstGeom prst="line">
            <a:avLst/>
          </a:prstGeom>
          <a:noFill/>
          <a:ln w="13970">
            <a:solidFill>
              <a:srgbClr val="1F4E79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2011680" y="1810512"/>
            <a:ext cx="1097280" cy="1901952"/>
          </a:xfrm>
          <a:prstGeom prst="line">
            <a:avLst/>
          </a:prstGeom>
          <a:noFill/>
          <a:ln w="20320">
            <a:solidFill>
              <a:srgbClr val="8C3A1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108960" y="1810512"/>
            <a:ext cx="1097280" cy="1901952"/>
          </a:xfrm>
          <a:prstGeom prst="line">
            <a:avLst/>
          </a:prstGeom>
          <a:noFill/>
          <a:ln w="20320">
            <a:solidFill>
              <a:srgbClr val="8C3A1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706624" y="1408176"/>
            <a:ext cx="804672" cy="8046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8C3A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06624" y="167335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50592" y="223113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D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Supply Chain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609344" y="2048256"/>
            <a:ext cx="804672" cy="80467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9344" y="23134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53312" y="287121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D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09344" y="3310128"/>
            <a:ext cx="804672" cy="8046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09344" y="35753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53312" y="413308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D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Gen. Mgmt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06624" y="3950208"/>
            <a:ext cx="804672" cy="80467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06624" y="421538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50592" y="477316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D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Int'l Business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03904" y="3310128"/>
            <a:ext cx="804672" cy="80467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03904" y="35753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47872" y="413308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D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803904" y="2048256"/>
            <a:ext cx="804672" cy="80467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03904" y="23134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47872" y="2871216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D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8368" y="5138928"/>
            <a:ext cx="310896" cy="0"/>
          </a:xfrm>
          <a:prstGeom prst="line">
            <a:avLst/>
          </a:prstGeom>
          <a:noFill/>
          <a:ln w="20320">
            <a:solidFill>
              <a:srgbClr val="8C3A1B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060704" y="50474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3A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shared region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70048" y="5065776"/>
            <a:ext cx="146304" cy="14630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89504" y="50474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D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overlaps all five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89320" y="1572768"/>
            <a:ext cx="574243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17190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pairing, read off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229600" y="206654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558784" y="206654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887968" y="206654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217152" y="206654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546336" y="206654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875520" y="206654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SCM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296912" y="243230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229600" y="2340864"/>
            <a:ext cx="283464" cy="283464"/>
          </a:xfrm>
          <a:prstGeom prst="rect">
            <a:avLst/>
          </a:prstGeom>
          <a:solidFill>
            <a:srgbClr val="EDEAE3"/>
          </a:solidFill>
          <a:ln w="9525">
            <a:solidFill>
              <a:srgbClr val="D8D4C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58784" y="2340864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87968" y="2340864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17152" y="2340864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546336" y="2340864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75520" y="2340864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96912" y="2761488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229600" y="2670048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58784" y="2670048"/>
            <a:ext cx="283464" cy="283464"/>
          </a:xfrm>
          <a:prstGeom prst="rect">
            <a:avLst/>
          </a:prstGeom>
          <a:solidFill>
            <a:srgbClr val="EDEAE3"/>
          </a:solidFill>
          <a:ln w="9525">
            <a:solidFill>
              <a:srgbClr val="D8D4C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87968" y="2670048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217152" y="2670048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546336" y="2670048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75520" y="2670048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6912" y="30906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229600" y="2999232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58784" y="2999232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87968" y="2999232"/>
            <a:ext cx="283464" cy="283464"/>
          </a:xfrm>
          <a:prstGeom prst="rect">
            <a:avLst/>
          </a:prstGeom>
          <a:solidFill>
            <a:srgbClr val="EDEAE3"/>
          </a:solidFill>
          <a:ln w="9525">
            <a:solidFill>
              <a:srgbClr val="D8D4C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217152" y="2999232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546336" y="2999232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875520" y="2999232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96912" y="341985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229600" y="3328416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58784" y="3328416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887968" y="3328416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217152" y="3328416"/>
            <a:ext cx="283464" cy="283464"/>
          </a:xfrm>
          <a:prstGeom prst="rect">
            <a:avLst/>
          </a:prstGeom>
          <a:solidFill>
            <a:srgbClr val="EDEAE3"/>
          </a:solidFill>
          <a:ln w="9525">
            <a:solidFill>
              <a:srgbClr val="D8D4C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546336" y="3328416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75520" y="3328416"/>
            <a:ext cx="283464" cy="283464"/>
          </a:xfrm>
          <a:prstGeom prst="rect">
            <a:avLst/>
          </a:prstGeom>
          <a:solidFill>
            <a:srgbClr val="FBF0EB"/>
          </a:solidFill>
          <a:ln w="9525">
            <a:solidFill>
              <a:srgbClr val="E0BC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75520" y="3383280"/>
            <a:ext cx="283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3A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296912" y="374904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8229600" y="3657600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58784" y="3657600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887968" y="3657600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217152" y="3657600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546336" y="3657600"/>
            <a:ext cx="283464" cy="283464"/>
          </a:xfrm>
          <a:prstGeom prst="rect">
            <a:avLst/>
          </a:prstGeom>
          <a:solidFill>
            <a:srgbClr val="EDEAE3"/>
          </a:solidFill>
          <a:ln w="9525">
            <a:solidFill>
              <a:srgbClr val="D8D4C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875520" y="3657600"/>
            <a:ext cx="283464" cy="283464"/>
          </a:xfrm>
          <a:prstGeom prst="rect">
            <a:avLst/>
          </a:prstGeom>
          <a:solidFill>
            <a:srgbClr val="FBF0EB"/>
          </a:solidFill>
          <a:ln w="9525">
            <a:solidFill>
              <a:srgbClr val="E0BC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875520" y="3712464"/>
            <a:ext cx="283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3A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7296912" y="407822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C3A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SCM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8229600" y="3986784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558784" y="3986784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887968" y="3986784"/>
            <a:ext cx="283464" cy="28346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217152" y="3986784"/>
            <a:ext cx="283464" cy="283464"/>
          </a:xfrm>
          <a:prstGeom prst="rect">
            <a:avLst/>
          </a:prstGeom>
          <a:solidFill>
            <a:srgbClr val="FBF0EB"/>
          </a:solidFill>
          <a:ln w="9525">
            <a:solidFill>
              <a:srgbClr val="E0BC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217152" y="4041648"/>
            <a:ext cx="283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3A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9546336" y="3986784"/>
            <a:ext cx="283464" cy="283464"/>
          </a:xfrm>
          <a:prstGeom prst="rect">
            <a:avLst/>
          </a:prstGeom>
          <a:solidFill>
            <a:srgbClr val="FBF0EB"/>
          </a:solidFill>
          <a:ln w="9525">
            <a:solidFill>
              <a:srgbClr val="E0BC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546336" y="4041648"/>
            <a:ext cx="283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3A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9875520" y="3986784"/>
            <a:ext cx="283464" cy="283464"/>
          </a:xfrm>
          <a:prstGeom prst="rect">
            <a:avLst/>
          </a:prstGeom>
          <a:solidFill>
            <a:srgbClr val="EDEAE3"/>
          </a:solidFill>
          <a:ln w="9525">
            <a:solidFill>
              <a:srgbClr val="D8D4C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36208" y="4498848"/>
            <a:ext cx="5248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Marketing, Finance and International Business each touch all five others. General Management and CSR touch everything except Supply Chain. Supply Chain touches only those three central disciplines — the two blank cells are the whole structure of the map.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457200" y="5358384"/>
            <a:ext cx="11274552" cy="950976"/>
          </a:xfrm>
          <a:prstGeom prst="rect">
            <a:avLst/>
          </a:prstGeom>
          <a:solidFill>
            <a:srgbClr val="FBF6EA"/>
          </a:solidFill>
          <a:ln w="25400">
            <a:solidFill>
              <a:srgbClr val="8A6410"/>
            </a:solidFill>
            <a:prstDash val="dash"/>
          </a:ln>
        </p:spPr>
      </p:sp>
      <p:sp>
        <p:nvSpPr>
          <p:cNvPr id="98" name="Text 96"/>
          <p:cNvSpPr/>
          <p:nvPr/>
        </p:nvSpPr>
        <p:spPr>
          <a:xfrm>
            <a:off x="713232" y="5468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8A6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MAP STILL DOES NOT SAY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13232" y="56875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shows WHO touches WHOM, not what happens at the touch point. Name the intersections — international marketing, cross-border capital, global sourcing — and the same structural question returns: each one becomes international only when evidence must be gathered comparably in more than one country.</a:t>
            </a:r>
            <a:endParaRPr lang="en-US" sz="1150" dirty="0"/>
          </a:p>
        </p:txBody>
      </p:sp>
      <p:sp>
        <p:nvSpPr>
          <p:cNvPr id="100" name="Text 98"/>
          <p:cNvSpPr/>
          <p:nvPr/>
        </p:nvSpPr>
        <p:spPr>
          <a:xfrm>
            <a:off x="4572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67D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Yasir A. Malik   ·   github.com/AuditingAI/Profile   ·   2 / 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</a:t>
            </a:r>
            <a:pPr indent="0" marL="0">
              <a:buNone/>
            </a:pPr>
            <a:r>
              <a:rPr lang="en-US" sz="900" i="1" dirty="0">
                <a:solidFill>
                  <a:srgbClr val="767D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I expect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509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D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answers I am prepared to defend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5623560" cy="1481328"/>
          </a:xfrm>
          <a:prstGeom prst="rect">
            <a:avLst/>
          </a:prstGeom>
          <a:solidFill>
            <a:srgbClr val="FBFAF7"/>
          </a:solidFill>
          <a:ln w="12700">
            <a:solidFill>
              <a:srgbClr val="D8D4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5910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Isn't a shared difficulty just a shared tool? Physics and biology both need microscopes.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6656" y="2048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not a tool, it is a definition. What makes a study international is comparison across countries — and comparison requires comparable populations. The constraint sits at the definition of the field, not at its equipment.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444752"/>
            <a:ext cx="5623560" cy="1481328"/>
          </a:xfrm>
          <a:prstGeom prst="rect">
            <a:avLst/>
          </a:prstGeom>
          <a:solidFill>
            <a:srgbClr val="FBFAF7"/>
          </a:solidFill>
          <a:ln w="12700">
            <a:solidFill>
              <a:srgbClr val="D8D4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15910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76288" y="157276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 strategy already cover this?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47104" y="2048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76288" y="2011680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is topical integration — the disciplines meet because their subject matter overlaps. This is structural: it binds every sub-field the moment it goes cross-national, whether or not the topics have anything in common.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5623560" cy="1481328"/>
          </a:xfrm>
          <a:prstGeom prst="rect">
            <a:avLst/>
          </a:prstGeom>
          <a:solidFill>
            <a:srgbClr val="FBFAF7"/>
          </a:solidFill>
          <a:ln w="12700">
            <a:solidFill>
              <a:srgbClr val="D8D4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21868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2004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the evidence?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6656" y="367588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639312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a commercial research panel of 334,976 members against one specialist professional criterion returned roughly twenty eligible people — near six per hundred thousand. Visible on the platform's own configuration screen before any money was committed.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27648" y="3072384"/>
            <a:ext cx="5623560" cy="1481328"/>
          </a:xfrm>
          <a:prstGeom prst="rect">
            <a:avLst/>
          </a:prstGeom>
          <a:solidFill>
            <a:srgbClr val="FBFAF7"/>
          </a:solidFill>
          <a:ln w="12700">
            <a:solidFill>
              <a:srgbClr val="D8D4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47104" y="321868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76288" y="32004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discipline does this belong to?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47104" y="367588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76288" y="3639312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them, and that is the argument. It is a constraint on the act of comparing, so it sits between the circles rather than inside 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700016"/>
            <a:ext cx="5623560" cy="1481328"/>
          </a:xfrm>
          <a:prstGeom prst="rect">
            <a:avLst/>
          </a:prstGeom>
          <a:solidFill>
            <a:srgbClr val="FBFAF7"/>
          </a:solidFill>
          <a:ln w="12700">
            <a:solidFill>
              <a:srgbClr val="D8D4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84632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8280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would you test it?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6656" y="530352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5266944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 the prevalence check across countries for the same specialist role, and report the distribution. If reachability varies sharply by country, comparative designs in every one of these sub-fields are resting on an assumption nobody states.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27648" y="4700016"/>
            <a:ext cx="5623560" cy="1481328"/>
          </a:xfrm>
          <a:prstGeom prst="rect">
            <a:avLst/>
          </a:prstGeom>
          <a:solidFill>
            <a:srgbClr val="FBFAF7"/>
          </a:solidFill>
          <a:ln w="12700">
            <a:solidFill>
              <a:srgbClr val="D8D4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47104" y="484632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76288" y="48280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you claiming the existing maps are wrong?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47104" y="530352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76288" y="5266944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 They are right about topical integration and honest that neither map resolves every classification difficulty. I am proposing a second axis they do not draw — not replacing theirs.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67D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Yasir A. Malik   ·   github.com/AuditingAI/Profile   ·   3 / 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Map of the International Business Field</dc:title>
  <dc:subject>PptxGenJS Presentation</dc:subject>
  <dc:creator>Yasir A. Malik</dc:creator>
  <cp:lastModifiedBy>Yasir A. Malik</cp:lastModifiedBy>
  <cp:revision>1</cp:revision>
  <dcterms:created xsi:type="dcterms:W3CDTF">2026-08-22T15:59:51Z</dcterms:created>
  <dcterms:modified xsi:type="dcterms:W3CDTF">2026-08-22T15:59:51Z</dcterms:modified>
</cp:coreProperties>
</file>