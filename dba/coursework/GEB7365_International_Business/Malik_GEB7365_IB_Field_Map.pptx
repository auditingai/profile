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Chandra &amp; Newburry map the field as an overlap of five disciplines that developed in parallel and integrated only on strategy. The extension: method is a second integration point — every discipline hits the same population-reachability wall the moment the question becomes cross-national.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E22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A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</a:t>
            </a:r>
            <a:pPr indent="0" marL="0">
              <a:buNone/>
            </a:pPr>
            <a:r>
              <a:rPr lang="en-US" sz="900" i="1" dirty="0">
                <a:solidFill>
                  <a:srgbClr val="8C94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indent="0" marL="0">
              <a:buNone/>
            </a:pPr>
            <a:r>
              <a:rPr lang="en-US" sz="1100" b="1" dirty="0">
                <a:solidFill>
                  <a:srgbClr val="D2A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0233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D2A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GEB 7365  ·  after Chandra &amp; Newburry (1997), Figure 1, p. 397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Never Integrated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452360" y="384048"/>
            <a:ext cx="27432" cy="658368"/>
          </a:xfrm>
          <a:prstGeom prst="rect">
            <a:avLst/>
          </a:prstGeom>
          <a:solidFill>
            <a:srgbClr val="D2A7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5240" y="38404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CE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maps, one diagnosis: International Business is where five disciplines overlap — and they only ever met on strategy.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0749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9961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0704" y="148132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 as the overlap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81328" y="1938528"/>
            <a:ext cx="731520" cy="178308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47088" y="1847088"/>
            <a:ext cx="960120" cy="9601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920240"/>
            <a:ext cx="960120" cy="9601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2768" y="2999232"/>
            <a:ext cx="914400" cy="9144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35808" y="3035808"/>
            <a:ext cx="914400" cy="9144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65960" y="2148840"/>
            <a:ext cx="1783080" cy="1783080"/>
          </a:xfrm>
          <a:prstGeom prst="ellipse">
            <a:avLst/>
          </a:prstGeom>
          <a:solidFill>
            <a:srgbClr val="E9EFF6">
              <a:alpha val="78000"/>
            </a:srgbClr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65960" y="279806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77824" y="2103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874520" y="17647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971800" y="17647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" y="39319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27248" y="39684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368" y="42062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field is defined by where the disciplines cross — not by a territory of its own.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42432" y="1417320"/>
            <a:ext cx="5989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49961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45936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parallel descents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62472" y="1737360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46520" y="1993392"/>
            <a:ext cx="0" cy="1938528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022592" y="186537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406640" y="2121408"/>
            <a:ext cx="0" cy="1810512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7982712" y="204825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66760" y="2304288"/>
            <a:ext cx="0" cy="1627632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942832" y="193852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MGMT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326880" y="2194560"/>
            <a:ext cx="0" cy="173736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9902952" y="212140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MKTG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287000" y="2377440"/>
            <a:ext cx="0" cy="155448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446520" y="2615184"/>
            <a:ext cx="960120" cy="118872"/>
          </a:xfrm>
          <a:prstGeom prst="rect">
            <a:avLst/>
          </a:prstGeom>
          <a:solidFill>
            <a:srgbClr val="1F4E79">
              <a:alpha val="45000"/>
            </a:srgbClr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06640" y="2962656"/>
            <a:ext cx="960120" cy="118872"/>
          </a:xfrm>
          <a:prstGeom prst="rect">
            <a:avLst/>
          </a:prstGeom>
          <a:solidFill>
            <a:srgbClr val="1F4E79">
              <a:alpha val="45000"/>
            </a:srgbClr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26880" y="3218688"/>
            <a:ext cx="960120" cy="118872"/>
          </a:xfrm>
          <a:prstGeom prst="rect">
            <a:avLst/>
          </a:prstGeom>
          <a:solidFill>
            <a:srgbClr val="1F4E79">
              <a:alpha val="45000"/>
            </a:srgbClr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44768" y="3986784"/>
            <a:ext cx="4663440" cy="329184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6144768" y="405079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Minor IB field integration — only on strategy issues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991088" y="2615184"/>
            <a:ext cx="182880" cy="118872"/>
          </a:xfrm>
          <a:prstGeom prst="rect">
            <a:avLst/>
          </a:prstGeom>
          <a:solidFill>
            <a:srgbClr val="1F4E79">
              <a:alpha val="45000"/>
            </a:srgbClr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228832" y="25237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228832" y="35844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943600" y="438912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discipline developed on its own track. The bars are the only crossings.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4754880"/>
            <a:ext cx="11274552" cy="1572768"/>
          </a:xfrm>
          <a:prstGeom prst="rect">
            <a:avLst/>
          </a:prstGeom>
          <a:solidFill>
            <a:srgbClr val="FBF6EA"/>
          </a:solidFill>
          <a:ln w="25400">
            <a:solidFill>
              <a:srgbClr val="8A641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713232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EXTENSION — A SECOND CROSSBAR, THIRTY YEARS ON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3232" y="512064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was never the only place these five could meet. Method is the other one.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13232" y="54864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Finance, accounting, marketing, management and economics all become international at the same moment — when the question is asked in more than one country at once. Every one of them then hits the same wall: reaching the same specialist population in each country. That constraint is field-wide, and it is not a strategy issue.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710928" y="4956048"/>
            <a:ext cx="0" cy="1170432"/>
          </a:xfrm>
          <a:prstGeom prst="line">
            <a:avLst/>
          </a:prstGeom>
          <a:noFill/>
          <a:ln w="12700">
            <a:solidFill>
              <a:srgbClr val="E4D3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21240" y="502920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000" dirty="0"/>
          </a:p>
        </p:txBody>
      </p:sp>
      <p:sp>
        <p:nvSpPr>
          <p:cNvPr id="52" name="Text 50"/>
          <p:cNvSpPr/>
          <p:nvPr/>
        </p:nvSpPr>
        <p:spPr>
          <a:xfrm>
            <a:off x="9921240" y="5632704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eligible per 100,000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measured, before fielding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57200" y="6419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  ·   github.com/AuditingAI/Profile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Map of the International Business Field</dc:title>
  <dc:subject>PptxGenJS Presentation</dc:subject>
  <dc:creator>Yasir A. Malik</dc:creator>
  <cp:lastModifiedBy>Yasir A. Malik</cp:lastModifiedBy>
  <cp:revision>1</cp:revision>
  <dcterms:created xsi:type="dcterms:W3CDTF">2026-08-22T15:20:19Z</dcterms:created>
  <dcterms:modified xsi:type="dcterms:W3CDTF">2026-08-22T15:20:19Z</dcterms:modified>
</cp:coreProperties>
</file>